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40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2024/4/29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プログラムと実行結果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3003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</a:t>
            </a:r>
            <a:r>
              <a:rPr lang="en-US" altLang="ja-JP" dirty="0"/>
              <a:t>2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プログラムと実行結果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000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</a:t>
            </a:r>
            <a:r>
              <a:rPr lang="en-US" altLang="ja-JP" dirty="0"/>
              <a:t>3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プログラムと実行結果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6648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</a:t>
            </a:r>
            <a:r>
              <a:rPr lang="en-US" altLang="ja-JP" dirty="0"/>
              <a:t>4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プログラムと実行結果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6738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</a:t>
            </a:r>
            <a:r>
              <a:rPr lang="en-US" altLang="ja-JP" dirty="0"/>
              <a:t>5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プログラムと実行結果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9164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</a:t>
            </a:r>
            <a:r>
              <a:rPr lang="en-US" altLang="ja-JP" dirty="0"/>
              <a:t>6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プログラムと実行結果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4758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</a:t>
            </a:r>
            <a:r>
              <a:rPr lang="en-US" altLang="ja-JP" dirty="0"/>
              <a:t>7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プログラムと実行結果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20278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</a:t>
            </a:r>
            <a:r>
              <a:rPr lang="en-US" altLang="ja-JP" dirty="0"/>
              <a:t>8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プログラムと実行結果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2164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</a:t>
            </a:r>
            <a:r>
              <a:rPr lang="en-US" altLang="ja-JP" dirty="0"/>
              <a:t>9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プログラムと実行結果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93809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画面に合わせる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ＭＳ Ｐゴシック</vt:lpstr>
      <vt:lpstr>Arial</vt:lpstr>
      <vt:lpstr>Calibri</vt:lpstr>
      <vt:lpstr>Office テーマ</vt:lpstr>
      <vt:lpstr>課題1のプログラムと実行結果</vt:lpstr>
      <vt:lpstr>課題2のプログラムと実行結果</vt:lpstr>
      <vt:lpstr>課題3のプログラムと実行結果</vt:lpstr>
      <vt:lpstr>課題4のプログラムと実行結果</vt:lpstr>
      <vt:lpstr>課題5のプログラムと実行結果</vt:lpstr>
      <vt:lpstr>課題6のプログラムと実行結果</vt:lpstr>
      <vt:lpstr>課題7のプログラムと実行結果</vt:lpstr>
      <vt:lpstr>課題8のプログラムと実行結果</vt:lpstr>
      <vt:lpstr>課題9のプログラムと実行結果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課題4のプログラムと実行結果</dc:title>
  <dc:creator>shiina</dc:creator>
  <cp:lastModifiedBy>Microsoft アカウント</cp:lastModifiedBy>
  <cp:revision>3</cp:revision>
  <dcterms:created xsi:type="dcterms:W3CDTF">2023-04-18T16:15:09Z</dcterms:created>
  <dcterms:modified xsi:type="dcterms:W3CDTF">2024-04-29T13:34:29Z</dcterms:modified>
</cp:coreProperties>
</file>